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42E"/>
                </a:solidFill>
              </a:rPr>
              <a:t>MODULE 0  ·  LESSON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Talk to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A8B8CC"/>
                </a:solidFill>
              </a:rPr>
              <a:t>One tool. One real question. One skill you will use for the rest of your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2926080" cy="59436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E1C2F"/>
                </a:solidFill>
              </a:rPr>
              <a:t>Step 1  →  Open ChatGPT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3657600"/>
            <a:ext cx="2926080" cy="59436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C8942E"/>
                </a:solidFill>
              </a:rPr>
              <a:t>Step 2  →  Ask a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3657600"/>
            <a:ext cx="2926080" cy="59436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C8942E"/>
                </a:solidFill>
              </a:rPr>
              <a:t>Step 3  →  Read → Check →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8CC"/>
                </a:solidFill>
              </a:rPr>
              <a:t>15 min  ·  Free lesson  ·  No experience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50+TechBridge  ·  learnmoretechnologies.com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42E"/>
                </a:solidFill>
              </a:rPr>
              <a:t>WHAT IS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E1C2F"/>
                </a:solidFill>
              </a:rPr>
              <a:t>AI is a conversation partner — not a robot, not a supercomputer.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444444"/>
                </a:solidFill>
              </a:rPr>
              <a:t>You type something. It types back. That is the whole 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3566160" cy="21945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E1C2F"/>
                </a:solidFill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1C2F"/>
                </a:solidFill>
              </a:rPr>
              <a:t>You ask 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In plain English, any 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566160" cy="21945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E1C2F"/>
                </a:solidFill>
              </a:rPr>
              <a:t>⌨️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1C2F"/>
                </a:solidFill>
              </a:rPr>
              <a:t>It writes an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337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Word by word, in about 10 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86000"/>
            <a:ext cx="3566160" cy="21945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E1C2F"/>
                </a:solidFill>
              </a:rP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1C2F"/>
                </a:solidFill>
              </a:rPr>
              <a:t>You ask a follow-up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337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It remembers what you said and keeps going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11430000" cy="82296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28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E1C2F"/>
                </a:solidFill>
              </a:rPr>
              <a:t>💡  Think of the smartest friend you’ve ever had — one who knows something about everything, never gets tired, never gets impatient, and is available at 2am. That’s AI.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</a:rPr>
              <a:t>50+TechBridge  |  Module 0  |  Lesson 2 of 3  |  Talk to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92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8CC"/>
                </a:solidFill>
              </a:rPr>
              <a:t>learnmoretechnologies.com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42E"/>
                </a:solidFill>
              </a:rPr>
              <a:t>STEP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1C2F"/>
                </a:solidFill>
              </a:rPr>
              <a:t>Open ChatGPT — Your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4444"/>
                </a:solidFill>
              </a:rPr>
              <a:t>We are using one tool today. Free. No account required to start.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0E1C2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E1C2F"/>
                </a:solidFill>
              </a:rPr>
              <a:t>Open your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Chrome, Safari, Firefox — any browser on your phone or computer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46120"/>
            <a:ext cx="502920" cy="50292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0E1C2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E1C2F"/>
                </a:solidFill>
              </a:rPr>
              <a:t>Go to chatgpt.com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93591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Type it in the ADDRESS BAR at the top — not the search box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72000"/>
            <a:ext cx="502920" cy="50292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0E1C2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E1C2F"/>
                </a:solidFill>
              </a:rPr>
              <a:t>Click “Stay logged out” or “Start chatting”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19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No account needed. You can create one later to save conversations.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806440"/>
            <a:ext cx="11430000" cy="6858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70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E1C2F"/>
                </a:solidFill>
              </a:rPr>
              <a:t>🎤  Can’t type easily? Look for the microphone icon in the message box. Tap it and speak your question out loud.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</a:rPr>
              <a:t>50+TechBridge  |  Module 0  |  Lesson 2 of 3  |  Talk to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92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8CC"/>
                </a:solidFill>
              </a:rPr>
              <a:t>learnmoretechnologies.com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42E"/>
                </a:solidFill>
              </a:rPr>
              <a:t>STEP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1C2F"/>
                </a:solidFill>
              </a:rPr>
              <a:t>Ask Your First Real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155448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42E"/>
                </a:solidFill>
              </a:rPr>
              <a:t>STARTER PROMPT → FILL IN THE BLANK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</a:rPr>
              <a:t>“I’m new to AI. I’m over 50. Explain ________ in 5 short steps. Use plain language.”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546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Fill the blank with anything you actually want to know: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11880"/>
            <a:ext cx="539496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•  how to video call my grandchildren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611880"/>
            <a:ext cx="539496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•  what Medicare Part B covers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70248"/>
            <a:ext cx="539496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•  how to write a cover letter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270248"/>
            <a:ext cx="539496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•  how to start a vegetable garden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28616"/>
            <a:ext cx="539496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•  what my doctor meant by ‘inflammation’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928616"/>
            <a:ext cx="539496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•  how to negotiate a lower bill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</a:rPr>
              <a:t>50+TechBridge  |  Module 0  |  Lesson 2 of 3  |  Talk to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92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8CC"/>
                </a:solidFill>
              </a:rPr>
              <a:t>learnmoretechnologies.com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42E"/>
                </a:solidFill>
              </a:rPr>
              <a:t>ONE RULE TO KNOW 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AI can be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A8B8CC"/>
                </a:solidFill>
              </a:rPr>
              <a:t>It sounds confident. It is not always correct. You decide if the answer is useful.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942E"/>
                </a:solidFill>
              </a:rPr>
              <a:t>⚠️  STOP if the answer is about medicine, a legal matter, or money decisions.
Check with a real doctor, lawyer, or financial advisor.
If someone you don’t know asks you to send money or a code — stop. That is a scam.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</a:rPr>
              <a:t>For everything else — recipes, letters, explanations, planning, writing — try it freely.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42E"/>
                </a:solidFill>
              </a:rPr>
              <a:t>THE 5-STEP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C2F"/>
                </a:solidFill>
              </a:rPr>
              <a:t>Use this every time — any question, any tool, any 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5577840" cy="118872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42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15087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Open the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20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8CC"/>
                </a:solidFill>
              </a:rPr>
              <a:t>chatgpt.com — stay logged out to 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417320"/>
            <a:ext cx="5577840" cy="118872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42E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5087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Type or speak your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920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8CC"/>
                </a:solidFill>
              </a:rPr>
              <a:t>Use the starter prompt or your own words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34640"/>
            <a:ext cx="5577840" cy="118872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42E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926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Read the answer slowly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3337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8CC"/>
                </a:solidFill>
              </a:rPr>
              <a:t>Do not rush — read the whole thing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2834640"/>
            <a:ext cx="5577840" cy="118872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42E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926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Ask: is this useful? What should I check?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337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8CC"/>
                </a:solidFill>
              </a:rPr>
              <a:t>Then ask a follow-up to go deeper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51960"/>
            <a:ext cx="11548872" cy="118872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43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42E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4343400"/>
            <a:ext cx="10543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Save or write down what you will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4754880"/>
            <a:ext cx="10543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8CC"/>
                </a:solidFill>
              </a:rPr>
              <a:t>Screenshot, copy, or write the key point on 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</a:rPr>
              <a:t>50+TechBridge  |  Module 0  |  Lesson 2 of 3  |  Talk to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492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8CC"/>
                </a:solidFill>
              </a:rPr>
              <a:t>learnmoretechnologies.com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42E"/>
                </a:solidFill>
              </a:rPr>
              <a:t>STEP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1C2F"/>
                </a:solidFill>
              </a:rPr>
              <a:t>Read It. Check It. Ask a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444444"/>
                </a:solidFill>
              </a:rPr>
              <a:t>The first answer is just the beginning. The real power is in the back-and-forth.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1C2F"/>
                </a:solidFill>
              </a:rPr>
              <a:t>Say any of these after you read the first answer: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5577840" cy="82296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“Can you explain that in simpler terms?”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331720"/>
            <a:ext cx="5577840" cy="82296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“What should I do first?”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337560"/>
            <a:ext cx="5577840" cy="82296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“Can you give me a real example?”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337560"/>
            <a:ext cx="5577840" cy="82296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“Is this useful for someone my age?”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343400"/>
            <a:ext cx="5577840" cy="82296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“Can you make that shorter?”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343400"/>
            <a:ext cx="5577840" cy="82296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“What are the most important points?”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394960"/>
            <a:ext cx="11430000" cy="6858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4589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E1C2F"/>
                </a:solidFill>
              </a:rPr>
              <a:t>AI does not get tired. It does not get frustrated. Ask as many follow-ups as you want.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</a:rPr>
              <a:t>50+TechBridge  |  Module 0  |  Lesson 2 of 3  |  Talk to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92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8CC"/>
                </a:solidFill>
              </a:rPr>
              <a:t>learnmoretechnologies.com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42E"/>
                </a:solidFill>
              </a:rPr>
              <a:t>YOU JUST TALKED TO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1">
                <a:solidFill>
                  <a:srgbClr val="FFFFFF"/>
                </a:solidFill>
              </a:rPr>
              <a:t>“You just had your first real
conversation with AI.”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A8B8CC"/>
                </a:solidFill>
              </a:rPr>
              <a:t>That is a skill most people your age have never tried. You did it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37560"/>
            <a:ext cx="5303520" cy="1371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29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42E"/>
                </a:solidFill>
              </a:rPr>
              <a:t>WHAT YOU CAN DO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Ask it anything — recipes, letters,
explanations, trip planning, writing help.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337560"/>
            <a:ext cx="5577840" cy="1371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42E"/>
                </a:solidFill>
              </a:rPr>
              <a:t>UP NEXT — LESSON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7947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Don’t Get Scammed
10 min · Spot a fake before it costs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1">
                <a:solidFill>
                  <a:srgbClr val="C8942E"/>
                </a:solidFill>
              </a:rPr>
              <a:t>You are a Digital Pioneer.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50+TechBridge  ·  learnmoretechnologies.com  ·  Prof. Brian McKinney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