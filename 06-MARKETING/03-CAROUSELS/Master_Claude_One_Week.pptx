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How to Master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8A42C"/>
                </a:solidFill>
              </a:defRPr>
            </a:pPr>
            <a:r>
              <a:t>in One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A 10-Step Guide for Professionals Over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A42C"/>
                </a:solidFill>
              </a:defRPr>
            </a:pPr>
            <a:r>
              <a:t>Brian McKinney  |  50+TechBridge  |  #agentic50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Most People Use Claude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They type a question. Get a generic answer. And wonder what the fuss is about.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2600" b="0">
                <a:solidFill>
                  <a:srgbClr val="FFFFFF"/>
                </a:solidFill>
              </a:defRPr>
            </a:pPr>
            <a:r>
              <a:t>Claude isn't a search engine. It's not a chatbot.</a:t>
            </a:r>
          </a:p>
          <a:p>
            <a:pPr algn="l">
              <a:spcBef>
                <a:spcPts val="600"/>
              </a:spcBef>
              <a:defRPr sz="3000" b="1">
                <a:solidFill>
                  <a:srgbClr val="C8A42C"/>
                </a:solidFill>
              </a:defRPr>
            </a:pPr>
            <a:r>
              <a:t>It's a digital coworker.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2600" b="0">
                <a:solidFill>
                  <a:srgbClr val="FFFFFF"/>
                </a:solidFill>
              </a:defRPr>
            </a:pPr>
            <a:r>
              <a:t>But only if you set it up like one.</a:t>
            </a:r>
          </a:p>
          <a:p>
            <a:pPr algn="l">
              <a:spcBef>
                <a:spcPts val="600"/>
              </a:spcBef>
              <a:defRPr sz="2400" b="0">
                <a:solidFill>
                  <a:srgbClr val="FFFFFF"/>
                </a:solidFill>
              </a:defRPr>
            </a:pPr>
            <a:r>
              <a:t>The difference between 'playing with AI' and getting real work done comes down to setup.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645920" cy="640080"/>
          </a:xfrm>
          <a:prstGeom prst="round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1B2A4A"/>
                </a:solidFill>
              </a:defRPr>
            </a:pPr>
            <a: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502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2C"/>
                </a:solidFill>
              </a:defRPr>
            </a:pPr>
            <a:r>
              <a:t>Download the Desktop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Go to claude.com/download — not the website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Cowork only runs inside the desktop app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Mac or Windows only. No mobile. No web version.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Pro account: $20/mo ($17/mo if you pay annually)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That's less than most streaming subscriptions —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and this one actually makes you money.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645920" cy="640080"/>
          </a:xfrm>
          <a:prstGeom prst="round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1B2A4A"/>
                </a:solidFill>
              </a:defRPr>
            </a:pPr>
            <a: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502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2C"/>
                </a:solidFill>
              </a:defRPr>
            </a:pPr>
            <a:r>
              <a:t>Know Which Mode to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Chat  =  Quick questions. Nothing serious.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Projects  =  Team use, recurring deliverables.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Cowork  =  Deep solo work with actual files. YOUR WORKHORSE.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Code  =  Developers only. Skip it.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If you've only used Chat, you've been using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the ChatGPT version of Claude. Forget it for real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645920" cy="640080"/>
          </a:xfrm>
          <a:prstGeom prst="round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1B2A4A"/>
                </a:solidFill>
              </a:defRPr>
            </a:pPr>
            <a: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502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2C"/>
                </a:solidFill>
              </a:defRPr>
            </a:pPr>
            <a:r>
              <a:t>Build Your 4 Folders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Create one parent folder: "Claude-Cowork"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ABOUT ME  —  Your identity, your writing rules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PROJECTS  —  One subfolder per live project (brief + drafts + references)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TEMPLATES  —  Your best past work as reusable structure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CLAUDE OUTPUTS  —  The ONLY folder Claude writes to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Everything else: read-only.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645920" cy="640080"/>
          </a:xfrm>
          <a:prstGeom prst="round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1B2A4A"/>
                </a:solidFill>
              </a:defRPr>
            </a:pPr>
            <a: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502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2C"/>
                </a:solidFill>
              </a:defRPr>
            </a:pPr>
            <a:r>
              <a:t>Write Your 2 Core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These two files replace 50+ prompts: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about-me.md  —  Who you are, what you do,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   your current priorities, what matters right now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anti-ai-style.md  —  Every phrase Claude must NEVER use.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   "Boundaries." "Delve." "It's worth noting."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One great .md file beats 50 random uploads.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645920" cy="640080"/>
          </a:xfrm>
          <a:prstGeom prst="round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1B2A4A"/>
                </a:solidFill>
              </a:defRPr>
            </a:pPr>
            <a: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502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2C"/>
                </a:solidFill>
              </a:defRPr>
            </a:pPr>
            <a:r>
              <a:t>Stop Writing Prompts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Build a prompt template instead.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It tells Claude to: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   1. Read your ABOUT ME file first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   2. Write only to CLAUDE OUTPUTS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   3. Use naming convention: project_client_v1.ext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Stop thinking about how to talk to Claude.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Start thinking about what you need done.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645920" cy="640080"/>
          </a:xfrm>
          <a:prstGeom prst="round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1B2A4A"/>
                </a:solidFill>
              </a:defRPr>
            </a:pPr>
            <a:r>
              <a:t>Step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502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2C"/>
                </a:solidFill>
              </a:defRPr>
            </a:pPr>
            <a:r>
              <a:t>Let Claude Prompt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Flip the script.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Instead of writing long instructions,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let Claude ask the questions.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Multi-select options. Drag-to-rank.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You click answers in under a minute.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Claude plans. You approve. It executes.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You don't need to be a prompt engineer.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You need to be a decision-maker. You already 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645920" cy="640080"/>
          </a:xfrm>
          <a:prstGeom prst="round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1B2A4A"/>
                </a:solidFill>
              </a:defRPr>
            </a:pPr>
            <a:r>
              <a:t>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502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2C"/>
                </a:solidFill>
              </a:defRPr>
            </a:pPr>
            <a:r>
              <a:t>Install One Plugin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Just one. Don't browse the whole store.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Marketing  —  if you create content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Data  —  if you work with spreadsheets &amp; dashboards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Legal  —  if you review contracts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Shortcuts like /marketing:draft-content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One plugin. Learn it. Then add another.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645920" cy="640080"/>
          </a:xfrm>
          <a:prstGeom prst="round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1B2A4A"/>
                </a:solidFill>
              </a:defRPr>
            </a:pPr>
            <a:r>
              <a:t>Step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502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2C"/>
                </a:solidFill>
              </a:defRPr>
            </a:pPr>
            <a:r>
              <a:t>Connect Your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Settings &gt; Connectors &gt; Browse &gt; Add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Connectors let Claude act INSIDE your existing apps: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   Search your Slack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   Pull from your Google Docs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   Reference your Notion mid-task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Plugins = you use tools inside Claude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Connectors = Claude reaches into YOUR tools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645920" cy="640080"/>
          </a:xfrm>
          <a:prstGeom prst="round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1B2A4A"/>
                </a:solidFill>
              </a:defRPr>
            </a:pPr>
            <a:r>
              <a:t>Step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502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2C"/>
                </a:solidFill>
              </a:defRPr>
            </a:pPr>
            <a:r>
              <a:t>Build One Project for Your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Shared workspace with shared context.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Consistent outputs. No more copy-pasting.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Even if you're solo, a Project can be your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command center for recurring deliverables: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   Weekly newsletter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   Monthly report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   Client onboarding sequence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645920" cy="640080"/>
          </a:xfrm>
          <a:prstGeom prst="round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1B2A4A"/>
                </a:solidFill>
              </a:defRPr>
            </a:pPr>
            <a:r>
              <a:t>Step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502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2C"/>
                </a:solidFill>
              </a:defRPr>
            </a:pPr>
            <a:r>
              <a:t>Schedule Your First Automated Task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This is the endgame.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Use the /schedule plugin to set up a task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that runs without you.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Morning briefing. Weekly content draft.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Data summary before your first cup of coffee.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You wake up to a finished deliverable.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That's not a tool. That's a team member</a:t>
            </a:r>
          </a:p>
          <a:p>
            <a:pPr algn="l">
              <a:spcBef>
                <a:spcPts val="800"/>
              </a:spcBef>
              <a:defRPr sz="2400" b="0">
                <a:solidFill>
                  <a:srgbClr val="FFFFFF"/>
                </a:solidFill>
              </a:defRPr>
            </a:pPr>
            <a:r>
              <a:t>who works the night shift.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0698480" cy="50800"/>
          </a:xfrm>
          <a:prstGeom prst="rect">
            <a:avLst/>
          </a:prstGeom>
          <a:solidFill>
            <a:srgbClr val="C8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8A42C"/>
                </a:solidFill>
              </a:defRPr>
            </a:pPr>
            <a:r>
              <a:t>The Real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AI works. You just have to build the desk before you sit down at it.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</a:p>
          <a:p>
            <a:pPr algn="ctr">
              <a:spcBef>
                <a:spcPts val="600"/>
              </a:spcBef>
              <a:defRPr sz="3000" b="1">
                <a:solidFill>
                  <a:srgbClr val="C8A42C"/>
                </a:solidFill>
              </a:defRPr>
            </a:pPr>
            <a:r>
              <a:t>One week. Ten steps. You'll never go back.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</a:defRPr>
            </a:pPr>
          </a:p>
          <a:p>
            <a:pPr algn="ctr">
              <a:spcBef>
                <a:spcPts val="600"/>
              </a:spcBef>
              <a:defRPr sz="2200" b="0">
                <a:solidFill>
                  <a:srgbClr val="FFFFFF"/>
                </a:solidFill>
              </a:defRPr>
            </a:pPr>
            <a:r>
              <a:t>Follow #agentic50 for weekly AI guidance built for experienced professionals.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A42C"/>
                </a:solidFill>
              </a:defRPr>
            </a:pPr>
            <a:r>
              <a:t>learnmoretechnologies.com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